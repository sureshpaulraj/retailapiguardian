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RetailAPIGuardian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Omnichannel Retail API Integration Agent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3657600"/>
            <a:ext cx="27432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023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GitHub Copilot SDK  |  GHCSDK Enterprise Challenge Q3 FY26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1463040"/>
          </a:xfrm>
          <a:prstGeom prst="roundRect">
            <a:avLst>
              <a:gd name="adj" fmla="val 9375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8016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73%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of retail IT teams spend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hrs/month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API integration maintenance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347472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CCCCCC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32918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⚠️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40233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Breaking Changes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57200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API changes cause unexpected production outages and revenue loss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3108960"/>
            <a:ext cx="347472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CCCCCC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80560" y="32918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🐌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480560" y="40233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Manual Updates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80560" y="457200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updates are error-prone, slow, and require specialized knowledge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46720" y="3108960"/>
            <a:ext cx="347472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CCCCCC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0" y="32918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🔇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229600" y="40233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Unified Monitoring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0" y="457200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 vendor dashboards make it impossible to see integration health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AI-Powered API Integration Guardian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autonomous capabilities working together to protect your retail integrations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920240"/>
            <a:ext cx="2148840" cy="4206240"/>
          </a:xfrm>
          <a:prstGeom prst="roundRect">
            <a:avLst>
              <a:gd name="adj" fmla="val 5106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210312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🏥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02920" y="301752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Health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Monitor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3931920"/>
            <a:ext cx="1874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vendor API health checks across all integrations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97480" y="1920240"/>
            <a:ext cx="2148840" cy="4206240"/>
          </a:xfrm>
          <a:prstGeom prst="roundRect">
            <a:avLst>
              <a:gd name="adj" fmla="val 5106"/>
            </a:avLst>
          </a:prstGeom>
          <a:solidFill>
            <a:srgbClr val="21295C"/>
          </a:solidFill>
          <a:ln/>
        </p:spPr>
      </p:sp>
      <p:sp>
        <p:nvSpPr>
          <p:cNvPr id="9" name="Text 7"/>
          <p:cNvSpPr/>
          <p:nvPr/>
        </p:nvSpPr>
        <p:spPr>
          <a:xfrm>
            <a:off x="2697480" y="210312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🔍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834640" y="301752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Change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Detection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834640" y="3931920"/>
            <a:ext cx="1874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detection of breaking API changes before impact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0" y="1920240"/>
            <a:ext cx="2148840" cy="4206240"/>
          </a:xfrm>
          <a:prstGeom prst="roundRect">
            <a:avLst>
              <a:gd name="adj" fmla="val 5106"/>
            </a:avLst>
          </a:prstGeom>
          <a:solidFill>
            <a:srgbClr val="21295C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210312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💻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5166360" y="301752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Code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Generation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166360" y="3931920"/>
            <a:ext cx="1874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adapter updates with enterprise patterns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60920" y="1920240"/>
            <a:ext cx="2148840" cy="4206240"/>
          </a:xfrm>
          <a:prstGeom prst="roundRect">
            <a:avLst>
              <a:gd name="adj" fmla="val 5106"/>
            </a:avLst>
          </a:prstGeom>
          <a:solidFill>
            <a:srgbClr val="21295C"/>
          </a:solidFill>
          <a:ln/>
        </p:spPr>
      </p:sp>
      <p:sp>
        <p:nvSpPr>
          <p:cNvPr id="17" name="Text 15"/>
          <p:cNvSpPr/>
          <p:nvPr/>
        </p:nvSpPr>
        <p:spPr>
          <a:xfrm>
            <a:off x="7360920" y="210312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🧪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7498080" y="301752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498080" y="3931920"/>
            <a:ext cx="1874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sandbox testing with vendor environments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692640" y="1920240"/>
            <a:ext cx="2148840" cy="4206240"/>
          </a:xfrm>
          <a:prstGeom prst="roundRect">
            <a:avLst>
              <a:gd name="adj" fmla="val 5106"/>
            </a:avLst>
          </a:prstGeom>
          <a:solidFill>
            <a:srgbClr val="21295C"/>
          </a:solidFill>
          <a:ln/>
        </p:spPr>
      </p:sp>
      <p:sp>
        <p:nvSpPr>
          <p:cNvPr id="21" name="Text 19"/>
          <p:cNvSpPr/>
          <p:nvPr/>
        </p:nvSpPr>
        <p:spPr>
          <a:xfrm>
            <a:off x="9692640" y="210312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🚀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9829800" y="301752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Deployment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829800" y="3931920"/>
            <a:ext cx="1874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Zero-downtime canary deployments with auto-rollback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Integration Pipeline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373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Vendor API Change Detected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017520" y="21945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5A82"/>
                </a:solidFill>
              </a:rPr>
              <a:t>▼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2423160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4231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Event Grid triggers Analysis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0" y="2880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5A82"/>
                </a:solidFill>
              </a:rPr>
              <a:t>▼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3108960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1089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Copilot SDK Impact Analysis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17520" y="3566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5A82"/>
                </a:solidFill>
              </a:rPr>
              <a:t>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3794760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7947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AI Code Generation (Adapter)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17520" y="4251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5A82"/>
                </a:solidFill>
              </a:rPr>
              <a:t>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4480560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4805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Sandbox Test Execution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017520" y="49377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5A82"/>
                </a:solidFill>
              </a:rPr>
              <a:t>▼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5166360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51663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Canary Deploy to Production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83680" y="1097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Azure Stack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583680" y="1737360"/>
            <a:ext cx="50292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173736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Azure Functions</a:t>
            </a:r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Timer trigger + HTTP endpoints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83680" y="2423160"/>
            <a:ext cx="50292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0" y="242316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Event Grid</a:t>
            </a:r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Event-driven orchestration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83680" y="3108960"/>
            <a:ext cx="50292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0" y="310896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Cosmos DB</a:t>
            </a:r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Integration state &amp; history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583680" y="3794760"/>
            <a:ext cx="50292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0" y="379476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API Management</a:t>
            </a:r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Gateway &amp; rate limiting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583680" y="4480560"/>
            <a:ext cx="50292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66560" y="448056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Azure Monitor</a:t>
            </a:r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Dashboards &amp; alerting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583680" y="5166360"/>
            <a:ext cx="50292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0" y="516636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Key Vault</a:t>
            </a:r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Secrets &amp; certificate mgmt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6217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Azure Well-Architected Framework  •  Scalable  •  Secure  •  Observable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GitHub Copilot SDK Integration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4937760" cy="1005840"/>
          </a:xfrm>
          <a:prstGeom prst="roundRect">
            <a:avLst>
              <a:gd name="adj" fmla="val 9091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28016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CopilotClient
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reasoning engine for impact analysis &amp; code generation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4937760" cy="1005840"/>
          </a:xfrm>
          <a:prstGeom prst="roundRect">
            <a:avLst>
              <a:gd name="adj" fmla="val 9091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51460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defineTool()
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custom tools: health, changes, fix, test, deploy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657600"/>
            <a:ext cx="4937760" cy="1005840"/>
          </a:xfrm>
          <a:prstGeom prst="roundRect">
            <a:avLst>
              <a:gd name="adj" fmla="val 9091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74904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Streaming
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feedback during long-running operations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4892040"/>
            <a:ext cx="4937760" cy="1005840"/>
          </a:xfrm>
          <a:prstGeom prst="roundRect">
            <a:avLst>
              <a:gd name="adj" fmla="val 9091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498348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Interactive CLI
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Shortcut commands for rapid operator workflows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35040" y="10058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 Definition Pattern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35040" y="1554480"/>
            <a:ext cx="5577840" cy="4572000"/>
          </a:xfrm>
          <a:prstGeom prst="roundRect">
            <a:avLst>
              <a:gd name="adj" fmla="val 2400"/>
            </a:avLst>
          </a:prstGeom>
          <a:solidFill>
            <a:srgbClr val="0D1117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737360"/>
            <a:ext cx="50292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defineTool("check_api_health", {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description: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"Check health of vendor APIs",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inputSchema: z.object({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vendor: z.string().optional(),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async execute({ vendor }) {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Monitor Stripe, Shippo,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LoyaltyAPI endpoints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checkHealth(vendor);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Enterprise Value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94960" cy="237744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BBBBBB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55448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85%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26517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API</a:t>
            </a:r>
            <a:endParaRPr lang="en-US" sz="15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 time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280160"/>
            <a:ext cx="5394960" cy="237744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BBBBBB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92240" y="155448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 hrs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6492240" y="26517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per engineering</a:t>
            </a:r>
            <a:endParaRPr lang="en-US" sz="15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per month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5394960" cy="237744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BBBBBB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42062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99.9%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822960" y="530352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success rate</a:t>
            </a:r>
            <a:endParaRPr lang="en-US" sz="15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auto-rollback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0" y="3931920"/>
            <a:ext cx="5394960" cy="237744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BBBBBB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92240" y="42062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Zero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6492240" y="530352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outages from</a:t>
            </a:r>
            <a:endParaRPr lang="en-US" sz="15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API changes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Security &amp; Responsible AI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2588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👤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554480" y="1280160"/>
            <a:ext cx="9875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Human-in-the-Loop 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deployments require explicit human approval — no autonomous production changes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37744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875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PCI DSS Compliance 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adapter integrations follow PCI DSS standards for secure card data handling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42900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554480" y="3383280"/>
            <a:ext cx="9875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Full Auditability 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is logged with reasoning, timestamps, and outcome — fully explainable AI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43484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48056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🛡️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554480" y="4434840"/>
            <a:ext cx="9875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PII in Telemetry 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data minimization — no personally identifiable information in logs or metrics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48640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553212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554480" y="5486400"/>
            <a:ext cx="9875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Azure Key Vault 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secrets, API keys, and certificates managed through Azure Key Vault with rotation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Operational Readiness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CI/CD Pipeline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468880" y="173736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65A82"/>
                </a:solidFill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834640" y="173736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2834640" y="17373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73736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65A82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120640" y="173736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17373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40880" y="173736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65A82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406640" y="173736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7406640" y="17373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326880" y="173736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65A82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692640" y="173736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9692640" y="17373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2926080"/>
            <a:ext cx="2697480" cy="32918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CCCCCC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310896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🔄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731520" y="38404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Canary Deployments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438912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 traffic shift with automatic rollback on error-rate spike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29000" y="2926080"/>
            <a:ext cx="2697480" cy="32918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CCCCCC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429000" y="310896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3611880" y="38404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Azure Monitor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611880" y="438912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dashboards tracking latency, errors, and throughput per vendor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09360" y="2926080"/>
            <a:ext cx="2697480" cy="32918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CCCCCC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309360" y="310896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🔔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6492240" y="38404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 Alerting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92240" y="438912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with PagerDuty / Teams integration for on-call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189720" y="2926080"/>
            <a:ext cx="2697480" cy="32918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CCCCCC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9189720" y="310896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⚙️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9372600" y="38404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GitHub Actions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372600" y="438912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CI/CD automation with reusable workflows and environment gates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Demo 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71600" y="1444752"/>
            <a:ext cx="1828800" cy="594360"/>
          </a:xfrm>
          <a:prstGeom prst="roundRect">
            <a:avLst>
              <a:gd name="adj" fmla="val 12308"/>
            </a:avLst>
          </a:prstGeom>
          <a:solidFill>
            <a:srgbClr val="0D1117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44475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"health"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474720" y="13716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vendor status dashboard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74720" y="17373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health of Stripe, Shippo, LoyaltyAPI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3816" y="2066544"/>
            <a:ext cx="36576" cy="32918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487168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8716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371600" y="2468880"/>
            <a:ext cx="1828800" cy="594360"/>
          </a:xfrm>
          <a:prstGeom prst="roundRect">
            <a:avLst>
              <a:gd name="adj" fmla="val 12308"/>
            </a:avLst>
          </a:prstGeom>
          <a:solidFill>
            <a:srgbClr val="0D1117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24688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"changes"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239572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Stripe breaking change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74720" y="27614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v2024-12 removes `source` field from Charges API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3816" y="3090672"/>
            <a:ext cx="36576" cy="32918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511296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511296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371600" y="3493008"/>
            <a:ext cx="1828800" cy="594360"/>
          </a:xfrm>
          <a:prstGeom prst="roundRect">
            <a:avLst>
              <a:gd name="adj" fmla="val 12308"/>
            </a:avLst>
          </a:prstGeom>
          <a:solidFill>
            <a:srgbClr val="0D1117"/>
          </a:solidFill>
          <a:ln/>
        </p:spPr>
      </p:sp>
      <p:sp>
        <p:nvSpPr>
          <p:cNvPr id="20" name="Text 18"/>
          <p:cNvSpPr/>
          <p:nvPr/>
        </p:nvSpPr>
        <p:spPr>
          <a:xfrm>
            <a:off x="1371600" y="349300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"fix"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474720" y="3419856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updated adapter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474720" y="3785616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PaymentMethod migration with tests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3816" y="4114800"/>
            <a:ext cx="36576" cy="32918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4535424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53542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371600" y="4517136"/>
            <a:ext cx="1828800" cy="594360"/>
          </a:xfrm>
          <a:prstGeom prst="roundRect">
            <a:avLst>
              <a:gd name="adj" fmla="val 12308"/>
            </a:avLst>
          </a:prstGeom>
          <a:solidFill>
            <a:srgbClr val="0D1117"/>
          </a:solidFill>
          <a:ln/>
        </p:spPr>
      </p:sp>
      <p:sp>
        <p:nvSpPr>
          <p:cNvPr id="27" name="Text 25"/>
          <p:cNvSpPr/>
          <p:nvPr/>
        </p:nvSpPr>
        <p:spPr>
          <a:xfrm>
            <a:off x="1371600" y="4517136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"test"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0" y="4443984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against sandbox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474720" y="4809744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integration tests on Stripe sandbox environment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13816" y="5138928"/>
            <a:ext cx="36576" cy="32918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1" name="Shape 29"/>
          <p:cNvSpPr/>
          <p:nvPr/>
        </p:nvSpPr>
        <p:spPr>
          <a:xfrm>
            <a:off x="548640" y="5559552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555955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371600" y="5541264"/>
            <a:ext cx="1828800" cy="594360"/>
          </a:xfrm>
          <a:prstGeom prst="roundRect">
            <a:avLst>
              <a:gd name="adj" fmla="val 12308"/>
            </a:avLst>
          </a:prstGeom>
          <a:solidFill>
            <a:srgbClr val="0D1117"/>
          </a:solidFill>
          <a:ln/>
        </p:spPr>
      </p:sp>
      <p:sp>
        <p:nvSpPr>
          <p:cNvPr id="34" name="Text 32"/>
          <p:cNvSpPr/>
          <p:nvPr/>
        </p:nvSpPr>
        <p:spPr>
          <a:xfrm>
            <a:off x="1371600" y="5541264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"deploy"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474720" y="546811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deployment to staging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3474720" y="583387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→ 25% → 50% → 100% traffic with health gates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RetailAPIGuardian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651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retail integrations with AI-powered automation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754880" y="3474720"/>
            <a:ext cx="27432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840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github.com/your-org/retail-api-guardian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572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GHCSDK Enterprise Challenge  •  Q3 FY26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5303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you!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GHCSDK Enterprise Challenge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RetailAPIGuardian</dc:title>
  <dc:subject>Omnichannel Retail API Integration Agent</dc:subject>
  <dc:creator>RetailAPIGuardian Team</dc:creator>
  <cp:lastModifiedBy>RetailAPIGuardian Team</cp:lastModifiedBy>
  <cp:revision>1</cp:revision>
  <dcterms:created xsi:type="dcterms:W3CDTF">2026-02-19T05:31:25Z</dcterms:created>
  <dcterms:modified xsi:type="dcterms:W3CDTF">2026-02-19T05:31:25Z</dcterms:modified>
</cp:coreProperties>
</file>